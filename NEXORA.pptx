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35021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NEXORA</a:t>
            </a:r>
            <a:endParaRPr lang="en-US" sz="2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38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NEXORA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6035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Next-generation Explainable Route Optimization &amp; Retrieval Assistant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AI-Powered Smart Public Transport Assistant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Using Machine Learning, RAG &amp; LLM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686050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Presented By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120107"/>
            <a:ext cx="815176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Dhanushya B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Adarsh Menon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78276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Department of Artificial Intelligence &amp; Machine Learning (AIML) Sri Shakthi Institute of Engineering and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971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52737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Many passengers face difficulties while using public transport due to delayed buses, route confusion, and lack of real-time information.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NEXORA is an AI-powered transport assistant that helps users with live bus tracking, route guidance,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bus arrival prediction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instant travel assistance using Artificial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55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 &amp;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591121"/>
            <a:ext cx="4107135" cy="2616845"/>
          </a:xfrm>
          <a:prstGeom prst="roundRect">
            <a:avLst>
              <a:gd name="adj" fmla="val 813"/>
            </a:avLst>
          </a:prstGeom>
          <a:solidFill>
            <a:srgbClr val="C49F8C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732880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96095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real-time bus tracking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Long waiting time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Inaccurate bus arrival prediction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Route confusion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 passenger guidance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73288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096095"/>
            <a:ext cx="3902943" cy="206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live bus tracking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 bus arrival time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Suggest the best travel route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Answer passenger queries using AI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Provide women's safety through optional live location sharing and SOS alerts to nearby police stations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public transport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773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System vs Proposed System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96119" y="1064196"/>
            <a:ext cx="8151763" cy="3634532"/>
          </a:xfrm>
          <a:prstGeom prst="roundRect">
            <a:avLst>
              <a:gd name="adj" fmla="val 52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406649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751484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096319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441153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785988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130823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475658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820492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4351511"/>
            <a:ext cx="8151763" cy="789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943597" y="1064196"/>
            <a:ext cx="7891" cy="36345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27773" y="1064196"/>
            <a:ext cx="7891" cy="36345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11949" y="1064196"/>
            <a:ext cx="7891" cy="36345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96125" y="1064196"/>
            <a:ext cx="7891" cy="363453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7162" y="1141140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Feature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72185" y="1141140"/>
            <a:ext cx="158420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MTC Chennai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56361" y="1141140"/>
            <a:ext cx="158420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TNSTC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40537" y="1141140"/>
            <a:ext cx="158420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CUMTA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24713" y="1141140"/>
            <a:ext cx="174940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NEXORA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7162" y="1481212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 Route Information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72185" y="1481212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56361" y="1481212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40537" y="1481212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24713" y="1481212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162" y="1826047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 Timetable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72185" y="1826047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56361" y="1826047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40537" y="1826047"/>
            <a:ext cx="158420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24713" y="1826047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7162" y="2170881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Bus Tracking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72185" y="217088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56361" y="217088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40537" y="217088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24713" y="2170881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7162" y="2515716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 Chat Assistant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072185" y="2515716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56361" y="2515716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40537" y="2515716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24713" y="2515716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7162" y="2860551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ML-Based Bus Arrival Prediction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072185" y="286055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456361" y="286055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40537" y="286055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24713" y="2860551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7162" y="3205386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Conversational Route Guidance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072185" y="3205386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456361" y="3205386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40537" y="3205386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24713" y="3205386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7162" y="3550221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Personalized Route Recommendation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072185" y="355022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56361" y="355022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840537" y="3550221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224713" y="3550221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7162" y="3895055"/>
            <a:ext cx="218784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Women's Safety (SOS + Optional Live Location Sharing)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072185" y="3895055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456361" y="3895055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840537" y="3895055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224713" y="3895055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7162" y="4426074"/>
            <a:ext cx="26450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Passenger Assistance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072185" y="4426074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456361" y="4426074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840537" y="4426074"/>
            <a:ext cx="1584201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❌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224713" y="4426074"/>
            <a:ext cx="1749400" cy="195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✅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85008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Module Usage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96119" y="5013945"/>
            <a:ext cx="2693640" cy="358676"/>
          </a:xfrm>
          <a:prstGeom prst="roundRect">
            <a:avLst>
              <a:gd name="adj" fmla="val 2964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566961" y="5084787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Machine Learning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66961" y="5216723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Predicts bus arrival time.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3225180" y="5013945"/>
            <a:ext cx="2693640" cy="358676"/>
          </a:xfrm>
          <a:prstGeom prst="roundRect">
            <a:avLst>
              <a:gd name="adj" fmla="val 2964"/>
            </a:avLst>
          </a:prstGeom>
          <a:solidFill>
            <a:srgbClr val="373433"/>
          </a:solidFill>
          <a:ln/>
        </p:spPr>
      </p:sp>
      <p:sp>
        <p:nvSpPr>
          <p:cNvPr id="9" name="Text 6"/>
          <p:cNvSpPr/>
          <p:nvPr/>
        </p:nvSpPr>
        <p:spPr>
          <a:xfrm>
            <a:off x="3296022" y="5084787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RAG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296022" y="5216723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Retrieves route and bus information.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5954241" y="5013945"/>
            <a:ext cx="2693640" cy="358676"/>
          </a:xfrm>
          <a:prstGeom prst="roundRect">
            <a:avLst>
              <a:gd name="adj" fmla="val 2964"/>
            </a:avLst>
          </a:prstGeom>
          <a:solidFill>
            <a:srgbClr val="373433"/>
          </a:solidFill>
          <a:ln/>
        </p:spPr>
      </p:sp>
      <p:sp>
        <p:nvSpPr>
          <p:cNvPr id="12" name="Text 9"/>
          <p:cNvSpPr/>
          <p:nvPr/>
        </p:nvSpPr>
        <p:spPr>
          <a:xfrm>
            <a:off x="6025083" y="5084787"/>
            <a:ext cx="2551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6025083" y="5216723"/>
            <a:ext cx="255195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Answers passenger questions in simple language.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73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Tools Used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122536"/>
            <a:ext cx="8151763" cy="3609231"/>
          </a:xfrm>
          <a:prstGeom prst="roundRect">
            <a:avLst>
              <a:gd name="adj" fmla="val 58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525414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925910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326407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726903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127400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527896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928393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4328889"/>
            <a:ext cx="8151763" cy="872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482" y="1214438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97362" y="1214438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482" y="1614934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97362" y="1614934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React.js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482" y="2015430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97362" y="2015430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FastAPI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482" y="2415927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97362" y="2415927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482" y="2816423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97362" y="2816423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Llama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482" y="3216920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97362" y="3216920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LangChain + ChromaDB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482" y="3617416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97362" y="3617416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482" y="4017913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97362" y="4017913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Leaflet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482" y="4418409"/>
            <a:ext cx="34350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Charts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97362" y="4418409"/>
            <a:ext cx="5063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Chart.js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34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Advantages &amp; Future Scope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17936"/>
            <a:ext cx="4107135" cy="2163217"/>
          </a:xfrm>
          <a:prstGeom prst="roundRect">
            <a:avLst>
              <a:gd name="adj" fmla="val 983"/>
            </a:avLst>
          </a:prstGeom>
          <a:solidFill>
            <a:srgbClr val="C49F8C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5969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Advantages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22909"/>
            <a:ext cx="3823618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bus tracking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Accurate bus arrival prediction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route guidance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AI-powered chat assistant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Reduced waiting time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Better passenger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5969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22909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Women's safety emergency alert with optional live location sharing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Voice assistant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Multi-language support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Crowd prediction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Traffic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971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52737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NEXORA combines Machine Learning, RAG, and LLM to provide a smarter public transport experience.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 helps passengers with bus tracking, route guidance,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bus arrival prediction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AI-powered travel assistance, making public transportation more efficient and convenient.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691134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6" name="Text 2"/>
          <p:cNvSpPr/>
          <p:nvPr/>
        </p:nvSpPr>
        <p:spPr>
          <a:xfrm>
            <a:off x="3925119" y="2515121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Presented By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925119" y="2949178"/>
            <a:ext cx="472276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Dhanushya B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Adarsh Menon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2026-07-11T04:39:26Z</dcterms:created>
  <dcterms:modified xsi:type="dcterms:W3CDTF">2026-07-11T04:39:26Z</dcterms:modified>
</cp:coreProperties>
</file>